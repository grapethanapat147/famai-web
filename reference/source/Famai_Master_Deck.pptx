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95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00"/>
    <p:restoredTop sz="94610"/>
  </p:normalViewPr>
  <p:slideViewPr>
    <p:cSldViewPr snapToGrid="0" snapToObjects="1">
      <p:cViewPr>
        <p:scale>
          <a:sx n="106" d="100"/>
          <a:sy n="106" d="100"/>
        </p:scale>
        <p:origin x="-3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13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Famai Motor Group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3E8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รวมเอกสารโครงการระบบหลังบ้าน (Master Deck)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1.  แผนผังกระบวนการทำงาน (Workflow Diagram)
2.  UI Reference — หน้าตาที่ต้องการ
3.  Website / Screen Draft
4.  Dashboard Recommendations
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1. แผนผังกระบวนการทำงาน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3E8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Workflow Diagram — ถอดจากไวท์บอร์ด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760038-183B-0B36-41D3-872EDBA5E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00" y="120316"/>
            <a:ext cx="10649000" cy="667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85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2. UI 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3E8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หน้าตาที่ต้องการ — รวมภาพหน้าจอจาก LYY Motorcycle ERP และ POPs Motor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1/13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2/13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3/13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4/13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5/13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6/13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7/13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8/13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0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9/13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1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10/13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1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11/13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ui/s-1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Reference  •  13/13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58B23-E66F-59D1-DC46-F9767FBDA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3067050"/>
            <a:ext cx="5956453" cy="8466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3. Website / Screen Draft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3E8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Famai Motor — ตัวอย่างหน้าจอเว็บไซต์/ระบบ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1/10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2/10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3/10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4/10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5/10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6/10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7/10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8/10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0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9/10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web/s-1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Draft  •  10/10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4. Dashboard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3E8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ข้อเสนอแนะสำหรับหน้า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1/9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2/9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3/9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4/9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5/9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6/9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7/9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8/9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dash/s-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Recommendations  •  9/9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C9CD33-6137-3A6A-5E09-535232A7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26" y="101600"/>
            <a:ext cx="9149773" cy="649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1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256</Words>
  <Application>Microsoft Macintosh PowerPoint</Application>
  <PresentationFormat>Widescreen</PresentationFormat>
  <Paragraphs>78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Loma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Natchapa Aunkay</cp:lastModifiedBy>
  <cp:revision>3</cp:revision>
  <dcterms:created xsi:type="dcterms:W3CDTF">2026-07-24T03:18:40Z</dcterms:created>
  <dcterms:modified xsi:type="dcterms:W3CDTF">2026-07-24T04:44:42Z</dcterms:modified>
</cp:coreProperties>
</file>